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20180"/>
            <a:ext cx="3429000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09020"/>
            <a:ext cx="11049000" cy="628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44055"/>
            <a:ext cx="11601450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Web Development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56495"/>
            <a:ext cx="11049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Comprehensive overview of technical contributions, system architecture, and professional experience at Talentrax Technologies Pvt.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556670"/>
            <a:ext cx="139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Intern Name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SemiBold"/>
              </a:rPr>
              <a:t>Mayank Bharadwaj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3150" y="455667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Organization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SemiBold"/>
              </a:rPr>
              <a:t>Talentrax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6350" y="4556670"/>
            <a:ext cx="20859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Tenure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SemiBold"/>
              </a:rPr>
              <a:t>01 June 2026 – 21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3325" y="455667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Domain</a:t>
            </a:r>
            <a:r>
              <a:rPr b="0" sz="1200" i="0" u="none">
                <a:solidFill>
                  <a:srgbClr val="F1F5F9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F1F5F9"/>
                </a:solidFill>
                <a:latin typeface="Inter SemiBold"/>
              </a:rPr>
              <a:t>Full-Stack Web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48086"/>
            <a:ext cx="5334000" cy="245715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48086"/>
            <a:ext cx="5334000" cy="2457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862411"/>
            <a:ext cx="4940617" cy="26670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A855F7"/>
                </a:solidFill>
                <a:latin typeface="Plus Jakarta Sans SemiBold"/>
              </a:rPr>
              <a:t>Engagement &amp;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43411"/>
            <a:ext cx="47053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Served as a </a:t>
            </a:r>
            <a:r>
              <a:rPr b="1" sz="1200" i="0" u="none">
                <a:solidFill>
                  <a:srgbClr val="94A3B8"/>
                </a:solidFill>
                <a:latin typeface="Inter"/>
              </a:rPr>
              <a:t>Web Development Intern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at Talentrax Technologies Pvt. Ltd. from 1st June 2026 to 21st July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45272"/>
            <a:ext cx="47053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Engaged in hands-on development across both frontend user interfaces and backend API infrastructure for modern web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862411"/>
            <a:ext cx="4940617" cy="26670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A855F7"/>
                </a:solidFill>
                <a:latin typeface="Plus Jakarta Sans SemiBold"/>
              </a:rPr>
              <a:t>Key Objectives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243411"/>
            <a:ext cx="47053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Delivered responsive web UI components, integrated server-side RESTful APIs, optimized asset delivery, and debugged cross-browser issues.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089052"/>
            <a:ext cx="47053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Collaborated closely with cross-functional engineering teams to satisfy organization standards and deliver scalable solutions.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900511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2900511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09936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1F5F9"/>
                </a:solidFill>
                <a:latin typeface="Plus Jakarta Sans SemiBold"/>
              </a:rPr>
              <a:t>Talentrax Technologies Pvt.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90936"/>
            <a:ext cx="5334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Talentrax Technologies is a technology-driven organization specializing in modern web solutions, software applications, and IT consulting.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76437"/>
            <a:ext cx="5314950" cy="3600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3168997"/>
            <a:ext cx="5334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" y="3340447"/>
            <a:ext cx="4610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Headquarters: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Gurugram, Haryana,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927127"/>
            <a:ext cx="5334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4900" y="4098577"/>
            <a:ext cx="4610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Focus Area: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Scalable Web &amp; Enterprise Software 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685258"/>
            <a:ext cx="5334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" y="4856708"/>
            <a:ext cx="4610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Work Culture: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Collaborative, Agile, and Performance-Driven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765202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523333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281463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364259"/>
            <a:ext cx="1428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122390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880520"/>
            <a:ext cx="23812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About the Organization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7089"/>
            <a:ext cx="3530649" cy="26991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27089"/>
            <a:ext cx="3530649" cy="26991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27089"/>
            <a:ext cx="3530649" cy="269914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03314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08164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lus Jakarta Sans SemiBold"/>
              </a:rPr>
              <a:t>Frontend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60589"/>
            <a:ext cx="29781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Designing and developing interactive, responsive user interfaces ensuring seamless cross-device compatibility and accessibility.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03314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08164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lus Jakarta Sans SemiBold"/>
              </a:rPr>
              <a:t>Backend &amp; API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60589"/>
            <a:ext cx="297819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Assisting with backend logic, endpoint implementation, and RESTful API integrations for efficient data exchange.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03314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08164"/>
            <a:ext cx="312710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FAFC"/>
                </a:solidFill>
                <a:latin typeface="Plus Jakarta Sans SemiBold"/>
              </a:rPr>
              <a:t>Performance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60589"/>
            <a:ext cx="29781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Identifying bottlenecks, debugging technical defects, and implementing optimization strategies to reduce page latency.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737" y="2836664"/>
            <a:ext cx="3143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0324" y="2836664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574" y="2836664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Core Responsibilities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540067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Responsive UI Development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625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50" y="2984301"/>
            <a:ext cx="54006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1F5F9"/>
                </a:solidFill>
                <a:latin typeface="Plus Jakarta Sans SemiBold"/>
              </a:rPr>
              <a:t>Crafting Modern 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365301"/>
            <a:ext cx="51435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Built modular, accessible UI modules adhering to modern web design standards and responsive grid frameworks.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3967162"/>
            <a:ext cx="51435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Transformed high-fidelity prototypes into production-ready client code, emphasizing aesthetic precision and touch responsiveness.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9976"/>
            <a:ext cx="5334000" cy="22133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69976"/>
            <a:ext cx="5334000" cy="2213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984301"/>
            <a:ext cx="4940617" cy="266700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A855F7"/>
                </a:solidFill>
                <a:latin typeface="Plus Jakarta Sans SemiBold"/>
              </a:rPr>
              <a:t>API Communication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65301"/>
            <a:ext cx="47053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Integrated REST endpoints to allow smooth asynchronous state management between frontend views and backend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967162"/>
            <a:ext cx="47053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Implemented JSON data mapping, error payload handling, and structured request validation routines.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984301"/>
            <a:ext cx="4940617" cy="266700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A855F7"/>
                </a:solidFill>
                <a:latin typeface="Plus Jakarta Sans SemiBold"/>
              </a:rPr>
              <a:t>Server &amp; Data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365301"/>
            <a:ext cx="47053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Assisted in backend business logic construction, data parsing, and database query refinement.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967162"/>
            <a:ext cx="47053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Enforced API payload security checks and authentication middleware integration.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022401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022401"/>
            <a:ext cx="18097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Backend &amp; API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875532"/>
            <a:ext cx="7620000" cy="31069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05551" y="2266057"/>
            <a:ext cx="718089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Plus Jakarta Sans"/>
              </a:rPr>
              <a:t>Technology Stack Utilized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6525" y="2951857"/>
            <a:ext cx="68389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Utilized industry-standard web engineering frameworks and tools during the 7-week internship period: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275" y="3677542"/>
            <a:ext cx="1438275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050" y="3677542"/>
            <a:ext cx="1676400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3677542"/>
            <a:ext cx="1314450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900" y="3677542"/>
            <a:ext cx="1266825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787" y="4229992"/>
            <a:ext cx="187642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11049000" cy="5210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518719"/>
            <a:ext cx="11049000" cy="7542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652069"/>
            <a:ext cx="10668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Implemented image compression, asynchronous script loading, CSS minification, and API caching strategies that significantly boosted overall web app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518719"/>
            <a:ext cx="28575" cy="75426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System Performance Optimization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60401"/>
            <a:ext cx="11049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4900" y="2431851"/>
            <a:ext cx="10325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Systematic Issue Resolution: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Identified, reproduced, and systematically fixed front-end layout bugs and JavaScript execution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018532"/>
            <a:ext cx="11049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900" y="3189982"/>
            <a:ext cx="10325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Cross-Browser Testing: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Verified web application rendering and function execution across Chrome, Edge, Safari, and mobile browsers.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776662"/>
            <a:ext cx="11049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" y="3948112"/>
            <a:ext cx="10325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Code Refactoring: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Cleaned modular code structures to eliminate duplicate logic and enhance long-term codebase maintainability.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534792"/>
            <a:ext cx="11049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4900" y="4706242"/>
            <a:ext cx="10325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Request Validation: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Strengthened form input validation logic to block invalid payloads prior to server submission.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2856607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614737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372867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130998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455664"/>
            <a:ext cx="23812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213794"/>
            <a:ext cx="1428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971925"/>
            <a:ext cx="23812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730055"/>
            <a:ext cx="19050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Debugging &amp; Quality Assurance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402234"/>
          <a:ext cx="11029947" cy="2748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39081"/>
                <a:gridCol w="2017662"/>
                <a:gridCol w="3844676"/>
                <a:gridCol w="3228528"/>
              </a:tblGrid>
              <a:tr h="54977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Inter"/>
                        </a:rPr>
                        <a:t>Domain /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Inter"/>
                        </a:rPr>
                        <a:t>Technologies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Inter"/>
                        </a:rPr>
                        <a:t>Objective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8FAFC"/>
                          </a:solidFill>
                          <a:latin typeface="Inter"/>
                        </a:rPr>
                        <a:t>Outcome /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4977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UI Modernization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HTML5, CSS3, JS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Build responsive web layout grids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100% mobile adaptability achieved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4977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API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REST, JSON, Fetch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Connect frontend components to backend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Seamless real-time data rendering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4977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Performance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DevTools, Webpack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Minimize load latency &amp; script bloat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Faster page render &amp; load times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49771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Bug Remediation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Git, Browser 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Resolve UI &amp; runtime console bugs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4A3B8"/>
                          </a:solidFill>
                          <a:latin typeface="Inter"/>
                        </a:rPr>
                        <a:t>Stable production application build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960340"/>
            <a:ext cx="1939081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20106" y="2960340"/>
            <a:ext cx="2017662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37769" y="2960340"/>
            <a:ext cx="3844676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82446" y="2960340"/>
            <a:ext cx="3228528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512790"/>
            <a:ext cx="19390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20106" y="3512790"/>
            <a:ext cx="201766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7769" y="3512790"/>
            <a:ext cx="38446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82446" y="3512790"/>
            <a:ext cx="32285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4055715"/>
            <a:ext cx="19390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20106" y="4055715"/>
            <a:ext cx="201766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7769" y="4055715"/>
            <a:ext cx="38446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82446" y="4055715"/>
            <a:ext cx="32285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598640"/>
            <a:ext cx="19390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0106" y="4598640"/>
            <a:ext cx="201766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37769" y="4598640"/>
            <a:ext cx="384467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2446" y="4598640"/>
            <a:ext cx="322852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Key Contribution Summary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11858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1F5F9"/>
                </a:solidFill>
                <a:latin typeface="Plus Jakarta Sans SemiBold"/>
              </a:rPr>
              <a:t>Team Integration &amp; Agile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92858"/>
            <a:ext cx="5334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Worked seamlessly with senior engineering mentors, project managers, and UI designers throughout the internship.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76437"/>
            <a:ext cx="5314950" cy="3600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3023294"/>
            <a:ext cx="5334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" y="3194744"/>
            <a:ext cx="4610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Participated in daily standups and sprint planning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781425"/>
            <a:ext cx="5334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4900" y="3952875"/>
            <a:ext cx="4610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Followed Git branching guidelines and pull request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539555"/>
            <a:ext cx="5334000" cy="849510"/>
          </a:xfrm>
          <a:prstGeom prst="roundRect">
            <a:avLst>
              <a:gd name="adj" fmla="val 1121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" y="4711005"/>
            <a:ext cx="4610100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Maintained professional communication and received constructive code feedback.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619500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377630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379541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218557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976687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734817"/>
            <a:ext cx="23812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Cross-Functional Collaboration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641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88046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1F5F9"/>
                </a:solidFill>
                <a:latin typeface="Plus Jakarta Sans SemiBold"/>
              </a:rPr>
              <a:t>Official Experience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69046"/>
            <a:ext cx="5334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Formally certified by </a:t>
            </a:r>
            <a:r>
              <a:rPr b="1" sz="1200" i="0" u="none">
                <a:solidFill>
                  <a:srgbClr val="94A3B8"/>
                </a:solidFill>
                <a:latin typeface="Inter"/>
              </a:rPr>
              <a:t>Talentrax Technologies Pvt. Ltd.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on 22nd July 2026 for successfully serving as a Web Development Intern.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785937"/>
            <a:ext cx="3419475" cy="381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3047107"/>
            <a:ext cx="5334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" y="3218557"/>
            <a:ext cx="4610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Issued To: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Mr. Mayank Bharadwaj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805237"/>
            <a:ext cx="5334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4900" y="3976687"/>
            <a:ext cx="4610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Period: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01 June 2026 to 21 July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563367"/>
            <a:ext cx="5334000" cy="849510"/>
          </a:xfrm>
          <a:prstGeom prst="roundRect">
            <a:avLst>
              <a:gd name="adj" fmla="val 1121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900" y="4734817"/>
            <a:ext cx="4610100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F1F5F9"/>
                </a:solidFill>
                <a:latin typeface="Inter"/>
              </a:rPr>
              <a:t>Rating:</a:t>
            </a:r>
            <a:r>
              <a:rPr b="0" sz="1200" i="0" u="none">
                <a:solidFill>
                  <a:srgbClr val="94A3B8"/>
                </a:solidFill>
                <a:latin typeface="Inter"/>
              </a:rPr>
              <a:t> Strong technical competence, professionalism &amp; good conduct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643312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401442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403353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242369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000500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758630"/>
            <a:ext cx="14287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Work Experience Certificate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2250"/>
            <a:ext cx="3048000" cy="2028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152775"/>
            <a:ext cx="26479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0" sz="7500" i="0" u="none">
                <a:solidFill>
                  <a:srgbClr val="C084FC"/>
                </a:solidFill>
                <a:latin typeface="Plus Jakarta Sans ExtraBold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4200525"/>
            <a:ext cx="2647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Inter SemiBold"/>
              </a:rPr>
              <a:t>Task Completion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500" y="2133748"/>
            <a:ext cx="800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1F5F9"/>
                </a:solidFill>
                <a:latin typeface="Plus Jakarta Sans SemiBold"/>
              </a:rPr>
              <a:t>Key Competencies Developed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500" y="2514748"/>
            <a:ext cx="7620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During the internship, Mayank demonstrated exceptional adaptability, quick learning, and professional accountability.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500" y="3145184"/>
            <a:ext cx="7620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900" y="3316634"/>
            <a:ext cx="6896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Practical experience with modern industry-standard web engineering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500" y="3903315"/>
            <a:ext cx="7620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3900" y="4074765"/>
            <a:ext cx="6896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Deeper understanding of full-stack client-server data exchange architecture.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500" y="4661445"/>
            <a:ext cx="7620000" cy="605730"/>
          </a:xfrm>
          <a:prstGeom prst="roundRect">
            <a:avLst>
              <a:gd name="adj" fmla="val 15724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3900" y="4832895"/>
            <a:ext cx="6896100" cy="262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Exposure to corporate software engineering workflows &amp; delivery standards.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741390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00500" y="4499520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0500" y="5257651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3340447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4098577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4856708"/>
            <a:ext cx="190500" cy="2000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Performance &amp; Key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52862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57662"/>
            <a:ext cx="2541240" cy="11959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419" y="2216943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339" y="4157662"/>
            <a:ext cx="2541240" cy="11959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259" y="2390179"/>
            <a:ext cx="2541240" cy="11959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995" y="4357687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Week 1 - 2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633912"/>
            <a:ext cx="214119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Inter"/>
              </a:rPr>
              <a:t>Onboarding &amp; Setup: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Codebase orientation, tech stack setup, and component architecture briefing.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416968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Week 3 - 4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693193"/>
            <a:ext cx="214119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Inter"/>
              </a:rPr>
              <a:t>UI Development: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Developing responsive views, layout grids, and interactive user interface components.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357687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Week 5 - 6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633912"/>
            <a:ext cx="214119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Inter"/>
              </a:rPr>
              <a:t>API &amp; Backend: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REST API integration, data payload handling, and backend logic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590204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Week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866429"/>
            <a:ext cx="214119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975" i="0" u="none">
                <a:solidFill>
                  <a:srgbClr val="94A3B8"/>
                </a:solidFill>
                <a:latin typeface="Inter"/>
              </a:rPr>
              <a:t>Optimization &amp; QA: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Performance tuning, bug fixes, final code review, and project handover.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Internship Timeline &amp; Milestones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56395" y="37861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2315" y="37861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28234" y="37861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64154" y="37861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059185"/>
            <a:ext cx="217170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059185"/>
            <a:ext cx="232410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1350" y="2059185"/>
            <a:ext cx="3276600" cy="409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5275" y="476250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390650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Questions &amp; Feedback are welcome.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4075" y="2178248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178248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1375" y="2178248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013793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798564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583334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7890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78903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5738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5738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5566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5566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3216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156668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https://www.kore1.com/wp-content/uploads/2026/04/hire-rust-developers-featured-kore1.webp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40238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www.kore1.com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798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2941439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https://p7.hiclipart.com/preview/194/316/940/responsive-web-design-mobile-phones-user-interface-design-mockup-ui.jpg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187154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www.hiclipart.com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3187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3726209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https://elements-resized.envatousercontent.com/elements-video-cover-images/5dd88023-725a-49d2-bdc5-f7994175dd8e/video_preview/video_preview_0000.jpg?w=500&amp;cf_fit=cover&amp;q=85&amp;format=auto&amp;s=cab8cc4c57842dea8891c4b72bcc7a260600d4714ef9a08274a8e4ce21024b9f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17001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elements.envato.com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14738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709070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https://substackcdn.com/image/fetch/$s_!U3g9!,f_auto,q_auto:good,fl_progressive:steep/https%3A%2F%2Fsubstack-post-media.s3.amazonaws.com%2Fpublic%2Fimages%2F1d8c2eed-6c7d-4d5d-89a9-a13e219121cb_2816x1536.jpeg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15287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designgurus.substack.com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